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4" autoAdjust="0"/>
    <p:restoredTop sz="94660"/>
  </p:normalViewPr>
  <p:slideViewPr>
    <p:cSldViewPr snapToGrid="0">
      <p:cViewPr varScale="1">
        <p:scale>
          <a:sx n="47" d="100"/>
          <a:sy n="47" d="100"/>
        </p:scale>
        <p:origin x="10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F1F162-FD8C-C040-FE65-49F79E231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0C38D19-A88E-54E4-C4AA-2CD89A615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906F58-477D-A853-B457-B5602A1262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23C51C-CE6C-A564-8090-3CF9F252E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6D1B1E0-D241-8FF3-7C35-7DB68BDB0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5420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8905C9-45A1-30DE-5205-B88111D49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125F048-F929-F156-AB76-6E737F1163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B3DCB05-2A12-89FC-62F9-60BDA34E8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835C93-26E5-6A8C-9BD7-C36F00E7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4C56FA-20BD-A133-96DA-168E879BF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5326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D5D81D-D289-E1FF-A39C-1AA44DE13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C69BD8-965C-D86D-2ACE-8A883CA8FC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3C2CE7-DAEB-274A-15CD-DC174ED6E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7C4401-073D-3D8B-3815-4152CB20C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17ED2F4-AEDF-8F1F-FA5E-731DA1FDD5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6135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737B27-FF9D-858D-6779-0A273224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767126-5649-D1BD-EB83-9583A86971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96AF025-93D0-ECB8-CE12-EED0A3BCC6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B2A1A6-F6CE-955A-B432-A633CA2CC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1935EF5-D5F8-1511-3B46-E2E2D0CF8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A800D74-64AB-EF74-23B5-A88081B24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78677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D4E0AB-68D3-2322-2686-D77054704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D7F9FB2-C64D-9E85-30C1-89FDBAE03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4E33D37-2ECB-676A-382F-F952756E8E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607DC9-32D9-BD8C-51B8-9253FEED34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B1ACF51-4F67-631D-927A-8EDDCA9EEB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7878A5A-45CA-AE68-48DA-86DC62FB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7E4CB18-7494-E54F-6D52-E88F85666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F64F862-68EB-479A-05D6-8D98F7910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479182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692C4A-5DB0-3175-1854-3B77B4DB7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65E24A7-64B1-6918-26FF-EE77100262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63A2C47-E516-A6F6-94A4-68AEFB7BE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99106FB-F3DD-A354-851C-F5B52D84E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5973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1B60153-F461-76B3-FDBD-57F164D2A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9EEE8B7-30E3-E2AA-14DF-AC1B81231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F9163C-CA71-3876-1CF3-9A47081CB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48380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14C9E5-5446-702E-8D41-A058B21C0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99C269-3424-33DC-478C-166FAB0893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E89E8A1-D884-532D-0A77-07908D563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4C05E00-7202-04BA-AC9E-FADABED33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E967985-EF15-D862-5DCC-E3195D2EF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922D36A-0C6A-31B7-9B09-828A40000B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69656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4A36F9-4CA7-4364-3E9B-8C5F49DCA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387DD11-07BC-3F10-78F8-DD0DC1AB7D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779C1E1-A49D-C1C4-F46F-B293308B2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4476DBD-D6A9-EDEB-3E69-724D739AE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80E54A6-0B31-9D9F-57AC-2D5C8A86D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11D3156-2091-2662-0C80-64CB1928F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18963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23D691-339D-AF5F-3178-AD1283D95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655C8C4-B34E-EBFA-B4AC-E2766C5070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E51125-C406-D850-DCDE-9BCCE999A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4BA2BB-C279-F4D5-BD20-467E3113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F5BA4D-D277-B283-9085-3080DF8BC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93300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C1E0075-2BB7-A032-53A0-2CDC0D0EB3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DA57CA4-485D-F4A5-8123-D43F35B4C6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6D3445-3DD4-4D3D-9976-E81D9F48E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42D1F8-C6F9-9DE1-1558-B50C69FBC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415CC4-74F7-25A1-EF61-CA5DB8295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768921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52E32EE-2098-379C-2EFC-E13FD49AC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9A9F09-E025-918D-251A-AB53C760F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33ADA0A-CCE9-B22F-4287-EC96D69C67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049B4-5C78-48C6-88FD-22EE6C2165F1}" type="datetimeFigureOut">
              <a:rPr lang="es-MX" smtClean="0"/>
              <a:t>12/06/2026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C1BA75-9FC5-B4CA-B41F-167720CB5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1EE521C-1D48-129F-8E74-CF6231D588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B89725-FF7A-456A-A465-9DE5DF0CE08D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95278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fcf.uanl.mx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guelsalgut/Estadistica_investigacion_2026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acultad de Ciencias Forestales UANL">
            <a:hlinkClick r:id="rId2"/>
          </p:cNvPr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474" y="562708"/>
            <a:ext cx="1396474" cy="1428549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Rectángulo 5"/>
          <p:cNvSpPr/>
          <p:nvPr/>
        </p:nvSpPr>
        <p:spPr>
          <a:xfrm>
            <a:off x="2687177" y="1634866"/>
            <a:ext cx="6796454" cy="12721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s-MX" sz="2800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Universidad Autónoma de Nuevo León</a:t>
            </a:r>
            <a:endParaRPr lang="es-MX" sz="28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MX" sz="28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Facultad de Ciencias Forestales</a:t>
            </a:r>
            <a:endParaRPr lang="es-MX" sz="2800" b="1" dirty="0"/>
          </a:p>
        </p:txBody>
      </p:sp>
      <p:sp>
        <p:nvSpPr>
          <p:cNvPr id="7" name="Rectángulo 6"/>
          <p:cNvSpPr/>
          <p:nvPr/>
        </p:nvSpPr>
        <p:spPr>
          <a:xfrm>
            <a:off x="2972581" y="3046466"/>
            <a:ext cx="6096000" cy="8720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s-MX" b="1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Doctorado en Ciencias con Especialidad en Manejo de Recursos Naturales</a:t>
            </a:r>
            <a:endParaRPr lang="es-MX" sz="1400" b="1" dirty="0">
              <a:effectLst/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ángulo 7"/>
          <p:cNvSpPr/>
          <p:nvPr/>
        </p:nvSpPr>
        <p:spPr>
          <a:xfrm>
            <a:off x="1789235" y="4129755"/>
            <a:ext cx="882747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MX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Estadística en </a:t>
            </a:r>
            <a:r>
              <a:rPr lang="es-MX" sz="2000" b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la Investigación </a:t>
            </a:r>
            <a:r>
              <a:rPr lang="es-MX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</a:t>
            </a:r>
            <a:r>
              <a:rPr lang="es-MX" sz="2000" b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ientífica</a:t>
            </a:r>
            <a:endParaRPr lang="es-MX" sz="2000" b="1" dirty="0">
              <a:solidFill>
                <a:srgbClr val="0000FF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r>
              <a:rPr lang="es-MX" sz="20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PIA </a:t>
            </a:r>
          </a:p>
        </p:txBody>
      </p:sp>
      <p:sp>
        <p:nvSpPr>
          <p:cNvPr id="9" name="Rectángulo 8"/>
          <p:cNvSpPr/>
          <p:nvPr/>
        </p:nvSpPr>
        <p:spPr>
          <a:xfrm>
            <a:off x="4217377" y="5492185"/>
            <a:ext cx="6096000" cy="872034"/>
          </a:xfrm>
          <a:prstGeom prst="rect">
            <a:avLst/>
          </a:prstGeom>
        </p:spPr>
        <p:txBody>
          <a:bodyPr>
            <a:spAutoFit/>
          </a:bodyPr>
          <a:lstStyle/>
          <a:p>
            <a:pPr algn="r">
              <a:lnSpc>
                <a:spcPct val="150000"/>
              </a:lnSpc>
              <a:spcAft>
                <a:spcPts val="800"/>
              </a:spcAft>
            </a:pPr>
            <a:r>
              <a:rPr lang="es-MX" sz="2000" b="1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M. R. E. Miguel Salvador Salinas Gutiérrez</a:t>
            </a:r>
            <a:endParaRPr lang="es-MX" sz="2000" b="1" dirty="0"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r"/>
            <a:r>
              <a:rPr lang="es-MX" sz="1400" dirty="0"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Linares Nuevo León a 12 de junio de 2026</a:t>
            </a:r>
            <a:endParaRPr lang="es-MX" sz="1400" dirty="0"/>
          </a:p>
        </p:txBody>
      </p:sp>
      <p:sp>
        <p:nvSpPr>
          <p:cNvPr id="11" name="Rectángulo 10"/>
          <p:cNvSpPr/>
          <p:nvPr/>
        </p:nvSpPr>
        <p:spPr>
          <a:xfrm>
            <a:off x="2252334" y="5223134"/>
            <a:ext cx="23407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MX" sz="1600" b="1" dirty="0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Repositorio en </a:t>
            </a:r>
            <a:r>
              <a:rPr lang="es-MX" sz="1600" b="1" dirty="0" err="1">
                <a:solidFill>
                  <a:srgbClr val="0000FF"/>
                </a:solidFill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Github</a:t>
            </a:r>
            <a:endParaRPr lang="es-MX" sz="1600" b="1" dirty="0">
              <a:solidFill>
                <a:srgbClr val="0000FF"/>
              </a:solidFill>
              <a:latin typeface="Arial" panose="020B0604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s-MX" sz="1200" b="1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4974" y="562708"/>
            <a:ext cx="1427360" cy="1428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6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ítulo 2">
            <a:extLst>
              <a:ext uri="{FF2B5EF4-FFF2-40B4-BE49-F238E27FC236}">
                <a16:creationId xmlns:a16="http://schemas.microsoft.com/office/drawing/2014/main" id="{C588D076-9CCF-E6C4-6C8A-C285F85A55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1768" y="3151482"/>
            <a:ext cx="9144000" cy="555036"/>
          </a:xfrm>
        </p:spPr>
        <p:txBody>
          <a:bodyPr/>
          <a:lstStyle/>
          <a:p>
            <a:r>
              <a:rPr lang="es-MX" dirty="0">
                <a:hlinkClick r:id="rId2"/>
              </a:rPr>
              <a:t>https://github.com/miguelsalgut/Estadistica_investigacion_2026</a:t>
            </a:r>
            <a:endParaRPr lang="es-MX" dirty="0"/>
          </a:p>
          <a:p>
            <a:endParaRPr lang="es-MX" dirty="0"/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411648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Microsoft Office PowerPoint</Application>
  <PresentationFormat>Panorámica</PresentationFormat>
  <Paragraphs>9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Salvador Salinas</dc:creator>
  <cp:lastModifiedBy>Miguel Salvador Salinas</cp:lastModifiedBy>
  <cp:revision>1</cp:revision>
  <dcterms:created xsi:type="dcterms:W3CDTF">2026-06-13T00:13:12Z</dcterms:created>
  <dcterms:modified xsi:type="dcterms:W3CDTF">2026-06-13T00:13:37Z</dcterms:modified>
</cp:coreProperties>
</file>